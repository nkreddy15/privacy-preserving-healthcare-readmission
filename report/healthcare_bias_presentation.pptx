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Impact of Bias in AI Technology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040"/>
            </a:pPr>
            <a:r>
              <a:t>AI Ethical Challenges and Analysis in Healthcare</a:t>
            </a:r>
          </a:p>
          <a:p>
            <a:pPr defTabSz="434340">
              <a:defRPr sz="3040"/>
            </a:pPr>
            <a:r>
              <a:t>Student: Nikhil Kumar Reddy Chalamalla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Statement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AI models for hospital readmission often inherit biases from historical data.</a:t>
            </a:r>
          </a:p>
          <a:p>
            <a:pPr/>
            <a:r>
              <a:t>This project investigates racial bias and proposes a fairness-aware and privacy-preserving solution.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16052">
              <a:defRPr sz="4004"/>
            </a:lvl1pPr>
          </a:lstStyle>
          <a:p>
            <a:pPr/>
            <a:r>
              <a:t>Model Evaluation: Classification Report</a:t>
            </a:r>
          </a:p>
        </p:txBody>
      </p:sp>
      <p:pic>
        <p:nvPicPr>
          <p:cNvPr id="10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371600"/>
            <a:ext cx="6400800" cy="20762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Confusion Matrix Breakdown</a:t>
            </a:r>
          </a:p>
        </p:txBody>
      </p:sp>
      <p:pic>
        <p:nvPicPr>
          <p:cNvPr id="1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371600"/>
            <a:ext cx="6400800" cy="47016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Predicted Readmissions by Race</a:t>
            </a:r>
          </a:p>
        </p:txBody>
      </p:sp>
      <p:pic>
        <p:nvPicPr>
          <p:cNvPr id="1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371600"/>
            <a:ext cx="6400800" cy="477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Metrics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- Accuracy: 54%</a:t>
            </a:r>
          </a:p>
          <a:p>
            <a:pPr/>
            <a:r>
              <a:t>- Precision (Readmitted): 55%</a:t>
            </a:r>
          </a:p>
          <a:p>
            <a:pPr/>
            <a:r>
              <a:t>- Recall (Readmitted): 42%</a:t>
            </a:r>
          </a:p>
          <a:p>
            <a:pPr/>
            <a:r>
              <a:t>- Disparate Impact: 0.73</a:t>
            </a:r>
          </a:p>
          <a:p>
            <a:pPr/>
            <a:r>
              <a:t>- Equal Opportunity Difference: -0.11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Proposed Ethical Solutions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- Differential privacy to secure patient data</a:t>
            </a:r>
          </a:p>
          <a:p>
            <a:pPr/>
            <a:r>
              <a:t>- Balanced dataset to reduce bias</a:t>
            </a:r>
          </a:p>
          <a:p>
            <a:pPr/>
            <a:r>
              <a:t>- AIF360 fairness evaluation</a:t>
            </a:r>
          </a:p>
          <a:p>
            <a:pPr/>
            <a:r>
              <a:t>- Consider future additions: reweighing, XAI, adversarial debiasing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Broader Implications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- Compliance with HIPAA and GDPR</a:t>
            </a:r>
          </a:p>
          <a:p>
            <a:pPr/>
            <a:r>
              <a:t>- Design ethical AI with fairness, inclusivity, and explainability</a:t>
            </a:r>
          </a:p>
          <a:p>
            <a:pPr/>
            <a:r>
              <a:t>- Continuous monitoring and accountability mechanisms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Even accurate models can exhibit bias.</a:t>
            </a:r>
          </a:p>
          <a:p>
            <a:pPr/>
            <a:r>
              <a:t>Ethical AI in healthcare must protect privacy and ensure fairness.</a:t>
            </a:r>
          </a:p>
          <a:p>
            <a:pPr/>
            <a:r>
              <a:t>Cross-disciplinary governance is key to responsible deployment.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